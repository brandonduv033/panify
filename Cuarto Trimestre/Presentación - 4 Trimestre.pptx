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Work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93Xqpxt55p6BTs7CMPLVXaSoJ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WorkSans-bold.fntdata"/><Relationship Id="rId21" Type="http://schemas.openxmlformats.org/officeDocument/2006/relationships/font" Target="fonts/WorkSans-regular.fntdata"/><Relationship Id="rId24" Type="http://schemas.openxmlformats.org/officeDocument/2006/relationships/font" Target="fonts/WorkSans-boldItalic.fntdata"/><Relationship Id="rId23" Type="http://schemas.openxmlformats.org/officeDocument/2006/relationships/font" Target="fonts/Work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2" y="1956596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1799432" y="-596104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hyperlink" Target="https://drive.google.com/file/d/1dWwhL5RIpcRHG51ooGabB6ZOQgrbxChp/view" TargetMode="External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hyperlink" Target="https://drive.google.com/file/d/1AD_MbkeYaau0nXOwJ1rm8RH0a3VmWoBa/view?usp=drive_link" TargetMode="External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hyperlink" Target="https://docs.google.com/spreadsheets/d/1mDzt0Ilyh3PGtVMixov13F4H5OgKXBBy/edit?usp=drive_link&amp;ouid=105958798031881620302&amp;rtpof=true&amp;sd=true" TargetMode="External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hyperlink" Target="https://drive.google.com/file/d/1uzAL2uitjjTG1uG-Lh-Mo1gaWesHZxmp/view" TargetMode="External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hyperlink" Target="https://drive.google.com/file/d/1YVO-iCeJ_kmWT2ugjnq04O4VOJsp5VVB/view?usp=shar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hyperlink" Target="https://drive.google.com/file/d/1HKmIczdQ-vrT2dYo_FCMfE8-Kvp2pey-/view?usp=sharing" TargetMode="External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hyperlink" Target="https://github.com/BrandonDuv033/Panify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4996499" y="2505675"/>
            <a:ext cx="2757600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Panify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281551" y="3318937"/>
            <a:ext cx="562889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2400" u="none" cap="none" strike="noStrike">
                <a:solidFill>
                  <a:srgbClr val="F3B35A"/>
                </a:solidFill>
                <a:latin typeface="Calibri"/>
                <a:ea typeface="Calibri"/>
                <a:cs typeface="Calibri"/>
                <a:sym typeface="Calibri"/>
              </a:rPr>
              <a:t>Horneamos Calidad, Entregamos Confianza.</a:t>
            </a:r>
            <a:endParaRPr b="1" i="0" sz="2400" u="none" cap="none" strike="noStrike">
              <a:solidFill>
                <a:srgbClr val="F3B35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124052" y="4161486"/>
            <a:ext cx="20502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BRANDON GUEVARA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MARTÍN CRUZ </a:t>
            </a:r>
            <a:endParaRPr b="0" i="0" sz="1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JEISON DIAZ</a:t>
            </a:r>
            <a:endParaRPr b="0" i="0" sz="1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BRAYAN DEVIA</a:t>
            </a:r>
            <a:endParaRPr b="0" i="0" sz="1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JULIÁN GONZÁLEZ</a:t>
            </a:r>
            <a:endParaRPr b="0" i="0" sz="1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90924" y="4729875"/>
            <a:ext cx="1153549" cy="11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1838585" y="2430118"/>
            <a:ext cx="8514827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956343" y="1273965"/>
            <a:ext cx="4974195" cy="676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56341" y="2301152"/>
            <a:ext cx="9372992" cy="230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que gestione los pedidos, el inventario y la generación de recibos, facilitando la organización de la producción y las entregas en Oro Pan.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1038936" y="1950563"/>
            <a:ext cx="1745123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838585" y="2430118"/>
            <a:ext cx="8514827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/>
        </p:nvSpPr>
        <p:spPr>
          <a:xfrm>
            <a:off x="1074875" y="910475"/>
            <a:ext cx="6133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1" i="0" sz="44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5"/>
          <p:cNvCxnSpPr/>
          <p:nvPr/>
        </p:nvCxnSpPr>
        <p:spPr>
          <a:xfrm>
            <a:off x="1157467" y="1600132"/>
            <a:ext cx="1745123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726" y="2016928"/>
            <a:ext cx="10342551" cy="43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/>
        </p:nvSpPr>
        <p:spPr>
          <a:xfrm>
            <a:off x="399535" y="2287246"/>
            <a:ext cx="11392931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de Base de Datos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8" name="Google Shape;128;p6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Entidad Relación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6378453" y="3316469"/>
            <a:ext cx="4469656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M.E.R. Notación Chen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7" title="Modelo Entidad Relación (M.E.R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125" y="1453625"/>
            <a:ext cx="4309200" cy="496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Relacional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6378452" y="3316469"/>
            <a:ext cx="500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M.R. Workbench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8" title="Modelo Relacion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300" y="1317225"/>
            <a:ext cx="5826700" cy="5460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Normalización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8" name="Google Shape;148;p29"/>
          <p:cNvSpPr txBox="1"/>
          <p:nvPr/>
        </p:nvSpPr>
        <p:spPr>
          <a:xfrm>
            <a:off x="307854" y="5944912"/>
            <a:ext cx="465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Normalización del M.E.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050" y="1485900"/>
            <a:ext cx="11580976" cy="257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Diccionario de Datos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5" name="Google Shape;155;p30"/>
          <p:cNvSpPr txBox="1"/>
          <p:nvPr/>
        </p:nvSpPr>
        <p:spPr>
          <a:xfrm>
            <a:off x="653143" y="5886461"/>
            <a:ext cx="4652787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Diccionario de Datos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725" y="1648451"/>
            <a:ext cx="11230675" cy="32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/>
        </p:nvSpPr>
        <p:spPr>
          <a:xfrm>
            <a:off x="399535" y="2287246"/>
            <a:ext cx="11392931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y Arquitectura del SW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62" name="Google Shape;162;p31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de Clases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68" name="Google Shape;1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780" y="1370254"/>
            <a:ext cx="9601199" cy="536737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2"/>
          <p:cNvSpPr txBox="1"/>
          <p:nvPr/>
        </p:nvSpPr>
        <p:spPr>
          <a:xfrm>
            <a:off x="9322068" y="5886461"/>
            <a:ext cx="2025889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Diagrama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Despliegue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5" name="Google Shape;175;p33"/>
          <p:cNvSpPr txBox="1"/>
          <p:nvPr/>
        </p:nvSpPr>
        <p:spPr>
          <a:xfrm>
            <a:off x="9680723" y="6017455"/>
            <a:ext cx="2025889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Diagrama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33" title="Diagrama de Despliegu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025" y="1528675"/>
            <a:ext cx="6458776" cy="513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/>
        </p:nvSpPr>
        <p:spPr>
          <a:xfrm>
            <a:off x="399535" y="2287246"/>
            <a:ext cx="11392931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de Interfaces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82" name="Google Shape;182;p34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Maquetación</a:t>
            </a:r>
            <a:endParaRPr b="1" i="0" sz="40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88" name="Google Shape;18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176" y="1287554"/>
            <a:ext cx="11942580" cy="46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5"/>
          <p:cNvSpPr txBox="1"/>
          <p:nvPr/>
        </p:nvSpPr>
        <p:spPr>
          <a:xfrm>
            <a:off x="296092" y="6046864"/>
            <a:ext cx="2719824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sng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Repositorio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