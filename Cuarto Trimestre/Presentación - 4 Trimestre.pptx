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1" r:id="rId9"/>
    <p:sldId id="269" r:id="rId10"/>
    <p:sldId id="270" r:id="rId11"/>
  </p:sldIdLst>
  <p:sldSz cx="12192000" cy="6858000"/>
  <p:notesSz cx="6858000" cy="9144000"/>
  <p:embeddedFontLst>
    <p:embeddedFont>
      <p:font typeface="Work Sans" pitchFamily="2" charset="0"/>
      <p:regular r:id="rId13"/>
      <p:bold r:id="rId14"/>
      <p:italic r:id="rId15"/>
      <p:boldItalic r:id="rId1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5">
          <p15:clr>
            <a:srgbClr val="A4A3A4"/>
          </p15:clr>
        </p15:guide>
        <p15:guide id="2" pos="3840">
          <p15:clr>
            <a:srgbClr val="A4A3A4"/>
          </p15:clr>
        </p15:guide>
        <p15:guide id="3" orient="horz" pos="187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5" roundtripDataSignature="AMtx7mg93Xqpxt55p6BTs7CMPLVXaSoJt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8" d="100"/>
          <a:sy n="98" d="100"/>
        </p:scale>
        <p:origin x="1038" y="78"/>
      </p:cViewPr>
      <p:guideLst>
        <p:guide orient="horz" pos="595"/>
        <p:guide pos="3840"/>
        <p:guide orient="horz" pos="18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s-CO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‹Nº›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1" name="Google Shape;9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9" name="Google Shape;9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5" name="Google Shape;10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2" name="Google Shape;11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8" name="Google Shape;118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5" name="Google Shape;12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1" name="Google Shape;13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>
          <a:extLst>
            <a:ext uri="{FF2B5EF4-FFF2-40B4-BE49-F238E27FC236}">
              <a16:creationId xmlns:a16="http://schemas.microsoft.com/office/drawing/2014/main" id="{9C6B4C5F-7C6C-8A02-8D9A-3640868FC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7:notes">
            <a:extLst>
              <a:ext uri="{FF2B5EF4-FFF2-40B4-BE49-F238E27FC236}">
                <a16:creationId xmlns:a16="http://schemas.microsoft.com/office/drawing/2014/main" id="{922F3117-BD8D-F9EE-112F-74A5F88F5E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1" name="Google Shape;131;p7:notes">
            <a:extLst>
              <a:ext uri="{FF2B5EF4-FFF2-40B4-BE49-F238E27FC236}">
                <a16:creationId xmlns:a16="http://schemas.microsoft.com/office/drawing/2014/main" id="{95894209-1BFD-07B6-238B-C868E3EB41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609045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79" name="Google Shape;179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5" name="Google Shape;185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6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6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6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7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7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2" name="Google Shape;22;p17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7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7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8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18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8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8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9"/>
          <p:cNvSpPr txBox="1">
            <a:spLocks noGrp="1"/>
          </p:cNvSpPr>
          <p:nvPr>
            <p:ph type="title"/>
          </p:nvPr>
        </p:nvSpPr>
        <p:spPr>
          <a:xfrm>
            <a:off x="831851" y="1709742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body" idx="1"/>
          </p:nvPr>
        </p:nvSpPr>
        <p:spPr>
          <a:xfrm>
            <a:off x="831851" y="4589467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19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9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9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0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0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0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0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0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1"/>
          <p:cNvSpPr txBox="1">
            <a:spLocks noGrp="1"/>
          </p:cNvSpPr>
          <p:nvPr>
            <p:ph type="title"/>
          </p:nvPr>
        </p:nvSpPr>
        <p:spPr>
          <a:xfrm>
            <a:off x="839788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1"/>
          <p:cNvSpPr txBox="1"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21"/>
          <p:cNvSpPr txBox="1">
            <a:spLocks noGrp="1"/>
          </p:cNvSpPr>
          <p:nvPr>
            <p:ph type="body" idx="2"/>
          </p:nvPr>
        </p:nvSpPr>
        <p:spPr>
          <a:xfrm>
            <a:off x="839789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21"/>
          <p:cNvSpPr txBox="1">
            <a:spLocks noGrp="1"/>
          </p:cNvSpPr>
          <p:nvPr>
            <p:ph type="body" idx="3"/>
          </p:nvPr>
        </p:nvSpPr>
        <p:spPr>
          <a:xfrm>
            <a:off x="6172202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21"/>
          <p:cNvSpPr txBox="1">
            <a:spLocks noGrp="1"/>
          </p:cNvSpPr>
          <p:nvPr>
            <p:ph type="body" idx="4"/>
          </p:nvPr>
        </p:nvSpPr>
        <p:spPr>
          <a:xfrm>
            <a:off x="6172202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21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1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1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2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body" idx="1"/>
          </p:nvPr>
        </p:nvSpPr>
        <p:spPr>
          <a:xfrm>
            <a:off x="5183188" y="987429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3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23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>
            <a:spLocks noGrp="1"/>
          </p:cNvSpPr>
          <p:nvPr>
            <p:ph type="pic" idx="2"/>
          </p:nvPr>
        </p:nvSpPr>
        <p:spPr>
          <a:xfrm>
            <a:off x="5183188" y="987429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"/>
          <p:cNvSpPr txBox="1">
            <a:spLocks noGrp="1"/>
          </p:cNvSpPr>
          <p:nvPr>
            <p:ph type="title"/>
          </p:nvPr>
        </p:nvSpPr>
        <p:spPr>
          <a:xfrm rot="5400000">
            <a:off x="7133432" y="1956596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6"/>
          <p:cNvSpPr txBox="1">
            <a:spLocks noGrp="1"/>
          </p:cNvSpPr>
          <p:nvPr>
            <p:ph type="body" idx="1"/>
          </p:nvPr>
        </p:nvSpPr>
        <p:spPr>
          <a:xfrm rot="5400000">
            <a:off x="1799432" y="-596104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6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6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6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seño personalizado">
  <p:cSld name="Diseño personalizado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7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27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27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27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5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5"/>
          <p:cNvSpPr txBox="1">
            <a:spLocks noGrp="1"/>
          </p:cNvSpPr>
          <p:nvPr>
            <p:ph type="dt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5"/>
          <p:cNvSpPr txBox="1">
            <a:spLocks noGrp="1"/>
          </p:cNvSpPr>
          <p:nvPr>
            <p:ph type="ftr" idx="11"/>
          </p:nvPr>
        </p:nvSpPr>
        <p:spPr>
          <a:xfrm>
            <a:off x="4038600" y="6356354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5"/>
          <p:cNvSpPr txBox="1">
            <a:spLocks noGrp="1"/>
          </p:cNvSpPr>
          <p:nvPr>
            <p:ph type="sldNum" idx="12"/>
          </p:nvPr>
        </p:nvSpPr>
        <p:spPr>
          <a:xfrm>
            <a:off x="8610600" y="6356354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hyperlink" Target="https://drive.google.com/file/d/1aZbqgxyMWOy3wL_qRxfhU22MKV5HXYbk/view?usp=drive_link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hyperlink" Target="https://drive.google.com/file/d/1N3IBy0wyrRkyIEMuoWfwVzFv1GHM4nIU/view?usp=drive_link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github.com/BrandonDuv033/Panify/tree/main" TargetMode="Externa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"/>
          <p:cNvSpPr txBox="1"/>
          <p:nvPr/>
        </p:nvSpPr>
        <p:spPr>
          <a:xfrm>
            <a:off x="4996499" y="2505675"/>
            <a:ext cx="2757600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5400" b="1" i="0" u="none" strike="noStrike" cap="none">
                <a:solidFill>
                  <a:srgbClr val="3F3F3F"/>
                </a:solidFill>
                <a:latin typeface="Work Sans"/>
                <a:ea typeface="Work Sans"/>
                <a:cs typeface="Work Sans"/>
                <a:sym typeface="Work Sans"/>
              </a:rPr>
              <a:t>Panify</a:t>
            </a:r>
            <a:endParaRPr sz="5400" b="1" i="0" u="none" strike="noStrike" cap="none">
              <a:solidFill>
                <a:srgbClr val="3F3F3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3281551" y="3318937"/>
            <a:ext cx="5628899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2400" b="0" i="1" u="none" strike="noStrike" cap="none">
                <a:solidFill>
                  <a:srgbClr val="F3B35A"/>
                </a:solidFill>
                <a:latin typeface="Calibri"/>
                <a:ea typeface="Calibri"/>
                <a:cs typeface="Calibri"/>
                <a:sym typeface="Calibri"/>
              </a:rPr>
              <a:t>Horneamos Calidad, Entregamos Confianza.</a:t>
            </a:r>
            <a:endParaRPr sz="2400" b="1" i="0" u="none" strike="noStrike" cap="none">
              <a:solidFill>
                <a:srgbClr val="F3B35A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1124052" y="4161486"/>
            <a:ext cx="2050200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b="0" i="0" u="none" strike="noStrike" cap="none">
                <a:solidFill>
                  <a:srgbClr val="000000"/>
                </a:solidFill>
                <a:latin typeface="Work Sans"/>
                <a:ea typeface="Work Sans"/>
                <a:cs typeface="Work Sans"/>
                <a:sym typeface="Work Sans"/>
              </a:rPr>
              <a:t>BRANDON GUEVARA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b="0" i="0" u="none" strike="noStrike" cap="none">
                <a:solidFill>
                  <a:srgbClr val="000000"/>
                </a:solidFill>
                <a:latin typeface="Work Sans"/>
                <a:ea typeface="Work Sans"/>
                <a:cs typeface="Work Sans"/>
                <a:sym typeface="Work Sans"/>
              </a:rPr>
              <a:t>MARTÍN CRUZ </a:t>
            </a:r>
            <a:endParaRPr sz="1400" b="0" i="0" u="none" strike="noStrike" cap="none">
              <a:solidFill>
                <a:schemeClr val="dk1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b="0" i="0" u="none" strike="noStrike" cap="none">
                <a:solidFill>
                  <a:srgbClr val="000000"/>
                </a:solidFill>
                <a:latin typeface="Work Sans"/>
                <a:ea typeface="Work Sans"/>
                <a:cs typeface="Work Sans"/>
                <a:sym typeface="Work Sans"/>
              </a:rPr>
              <a:t>JEISON DIAZ</a:t>
            </a:r>
            <a:endParaRPr sz="1400" b="0" i="0" u="none" strike="noStrike" cap="none">
              <a:solidFill>
                <a:schemeClr val="dk1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b="0" i="0" u="none" strike="noStrike" cap="none">
                <a:solidFill>
                  <a:srgbClr val="000000"/>
                </a:solidFill>
                <a:latin typeface="Work Sans"/>
                <a:ea typeface="Work Sans"/>
                <a:cs typeface="Work Sans"/>
                <a:sym typeface="Work Sans"/>
              </a:rPr>
              <a:t>BRAYAN DEVIA</a:t>
            </a:r>
            <a:endParaRPr sz="1400" b="0" i="0" u="none" strike="noStrike" cap="none">
              <a:solidFill>
                <a:schemeClr val="dk1"/>
              </a:solidFill>
              <a:latin typeface="Work Sans"/>
              <a:ea typeface="Work Sans"/>
              <a:cs typeface="Work Sans"/>
              <a:sym typeface="Work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400" b="0" i="0" u="none" strike="noStrike" cap="none">
                <a:solidFill>
                  <a:srgbClr val="000000"/>
                </a:solidFill>
                <a:latin typeface="Work Sans"/>
                <a:ea typeface="Work Sans"/>
                <a:cs typeface="Work Sans"/>
                <a:sym typeface="Work Sans"/>
              </a:rPr>
              <a:t>JULIÁN GONZÁLEZ</a:t>
            </a:r>
            <a:endParaRPr sz="1400" b="0" i="0" u="none" strike="noStrike" cap="none">
              <a:solidFill>
                <a:schemeClr val="dk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96" name="Google Shape;96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990924" y="4729875"/>
            <a:ext cx="1153549" cy="1169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/>
        </p:nvSpPr>
        <p:spPr>
          <a:xfrm>
            <a:off x="1838585" y="2430118"/>
            <a:ext cx="8514827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6000" b="1" i="0" u="none" strike="noStrike" cap="none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Objetivo General</a:t>
            </a:r>
            <a:endParaRPr sz="7200" b="1" i="0" u="none" strike="noStrike" cap="none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02" name="Google Shape;102;p2"/>
          <p:cNvCxnSpPr/>
          <p:nvPr/>
        </p:nvCxnSpPr>
        <p:spPr>
          <a:xfrm>
            <a:off x="5013631" y="3555133"/>
            <a:ext cx="2247544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/>
        </p:nvSpPr>
        <p:spPr>
          <a:xfrm>
            <a:off x="956343" y="1273965"/>
            <a:ext cx="4974195" cy="676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4400" b="1" i="0" u="none" strike="noStrike" cap="non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Objetivo General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3"/>
          <p:cNvSpPr txBox="1"/>
          <p:nvPr/>
        </p:nvSpPr>
        <p:spPr>
          <a:xfrm>
            <a:off x="956341" y="2301152"/>
            <a:ext cx="9372992" cy="23082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3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Desarrollar una aplicación que gestione los pedidos, el inventario y la generación de recibos, facilitando la organización de la producción y las entregas en Oro Pan.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9" name="Google Shape;109;p3"/>
          <p:cNvCxnSpPr/>
          <p:nvPr/>
        </p:nvCxnSpPr>
        <p:spPr>
          <a:xfrm>
            <a:off x="1038936" y="1950563"/>
            <a:ext cx="1745123" cy="0"/>
          </a:xfrm>
          <a:prstGeom prst="straightConnector1">
            <a:avLst/>
          </a:prstGeom>
          <a:noFill/>
          <a:ln w="12700" cap="flat" cmpd="sng">
            <a:solidFill>
              <a:srgbClr val="4D4D4C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"/>
          <p:cNvSpPr txBox="1"/>
          <p:nvPr/>
        </p:nvSpPr>
        <p:spPr>
          <a:xfrm>
            <a:off x="1838585" y="2430118"/>
            <a:ext cx="8514827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6000" b="1" i="0" u="none" strike="noStrike" cap="none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Objetivos Específicos</a:t>
            </a:r>
            <a:endParaRPr sz="7200" b="1" i="0" u="none" strike="noStrike" cap="none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15" name="Google Shape;115;p4"/>
          <p:cNvCxnSpPr/>
          <p:nvPr/>
        </p:nvCxnSpPr>
        <p:spPr>
          <a:xfrm>
            <a:off x="5013631" y="3555133"/>
            <a:ext cx="2247544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"/>
          <p:cNvSpPr txBox="1"/>
          <p:nvPr/>
        </p:nvSpPr>
        <p:spPr>
          <a:xfrm>
            <a:off x="1074875" y="910475"/>
            <a:ext cx="6133800" cy="67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4400" b="1" i="0" u="none" strike="noStrike" cap="none">
                <a:solidFill>
                  <a:srgbClr val="38AA00"/>
                </a:solidFill>
                <a:latin typeface="Work Sans"/>
                <a:ea typeface="Work Sans"/>
                <a:cs typeface="Work Sans"/>
                <a:sym typeface="Work Sans"/>
              </a:rPr>
              <a:t>Objetivos Específicos</a:t>
            </a:r>
            <a:endParaRPr sz="4400" b="1" i="0" u="none" strike="noStrike" cap="none">
              <a:solidFill>
                <a:srgbClr val="38AA00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21" name="Google Shape;121;p5"/>
          <p:cNvCxnSpPr/>
          <p:nvPr/>
        </p:nvCxnSpPr>
        <p:spPr>
          <a:xfrm>
            <a:off x="1157467" y="1600132"/>
            <a:ext cx="1745123" cy="0"/>
          </a:xfrm>
          <a:prstGeom prst="straightConnector1">
            <a:avLst/>
          </a:prstGeom>
          <a:noFill/>
          <a:ln w="12700" cap="flat" cmpd="sng">
            <a:solidFill>
              <a:srgbClr val="4D4D4C"/>
            </a:solidFill>
            <a:prstDash val="solid"/>
            <a:miter lim="8000"/>
            <a:headEnd type="none" w="sm" len="sm"/>
            <a:tailEnd type="none" w="sm" len="sm"/>
          </a:ln>
        </p:spPr>
      </p:cxnSp>
      <p:pic>
        <p:nvPicPr>
          <p:cNvPr id="122" name="Google Shape;122;p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24726" y="2016928"/>
            <a:ext cx="10342551" cy="43135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6"/>
          <p:cNvSpPr txBox="1"/>
          <p:nvPr/>
        </p:nvSpPr>
        <p:spPr>
          <a:xfrm>
            <a:off x="399535" y="2287246"/>
            <a:ext cx="11392931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6000" b="1" i="0" u="none" strike="noStrike" cap="none" dirty="0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Base de Datos</a:t>
            </a:r>
            <a:endParaRPr sz="7200" b="1" i="0" u="none" strike="noStrike" cap="none" dirty="0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28" name="Google Shape;128;p6"/>
          <p:cNvCxnSpPr/>
          <p:nvPr/>
        </p:nvCxnSpPr>
        <p:spPr>
          <a:xfrm>
            <a:off x="5013631" y="3555133"/>
            <a:ext cx="2247544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7"/>
          <p:cNvSpPr txBox="1"/>
          <p:nvPr/>
        </p:nvSpPr>
        <p:spPr>
          <a:xfrm>
            <a:off x="653143" y="325249"/>
            <a:ext cx="9940835" cy="527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4000" b="1" i="0" u="none" strike="noStrike" cap="none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Construcci</a:t>
            </a:r>
            <a:r>
              <a:rPr lang="es-CO" sz="4000" b="1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ón de la Base de Datos</a:t>
            </a:r>
            <a:endParaRPr sz="4000" b="1" i="0" u="none" strike="noStrike" cap="none" dirty="0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134" name="Google Shape;134;p7"/>
          <p:cNvSpPr txBox="1"/>
          <p:nvPr/>
        </p:nvSpPr>
        <p:spPr>
          <a:xfrm>
            <a:off x="8440718" y="3475729"/>
            <a:ext cx="283364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3600" b="0" i="0" u="sng" strike="noStrike" cap="none" dirty="0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Base de Datos</a:t>
            </a:r>
            <a:endParaRPr sz="14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DD86314-5AC2-99B5-2094-DCE06AC1BA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9178" y="1509402"/>
            <a:ext cx="7581860" cy="522523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2">
          <a:extLst>
            <a:ext uri="{FF2B5EF4-FFF2-40B4-BE49-F238E27FC236}">
              <a16:creationId xmlns:a16="http://schemas.microsoft.com/office/drawing/2014/main" id="{02282304-6915-C422-6C07-E2BE4DFB1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7">
            <a:extLst>
              <a:ext uri="{FF2B5EF4-FFF2-40B4-BE49-F238E27FC236}">
                <a16:creationId xmlns:a16="http://schemas.microsoft.com/office/drawing/2014/main" id="{5A7C9754-119D-E833-66BC-2E6B47D287CF}"/>
              </a:ext>
            </a:extLst>
          </p:cNvPr>
          <p:cNvSpPr txBox="1"/>
          <p:nvPr/>
        </p:nvSpPr>
        <p:spPr>
          <a:xfrm>
            <a:off x="653143" y="325249"/>
            <a:ext cx="9940835" cy="527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4000" b="1" i="0" u="none" strike="noStrike" cap="none" dirty="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Modelo Relacional</a:t>
            </a:r>
            <a:endParaRPr sz="4000" b="1" i="0" u="none" strike="noStrike" cap="none" dirty="0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134" name="Google Shape;134;p7">
            <a:extLst>
              <a:ext uri="{FF2B5EF4-FFF2-40B4-BE49-F238E27FC236}">
                <a16:creationId xmlns:a16="http://schemas.microsoft.com/office/drawing/2014/main" id="{0B41B283-608F-71B7-FC78-616FA33054D3}"/>
              </a:ext>
            </a:extLst>
          </p:cNvPr>
          <p:cNvSpPr txBox="1"/>
          <p:nvPr/>
        </p:nvSpPr>
        <p:spPr>
          <a:xfrm>
            <a:off x="8479628" y="3451799"/>
            <a:ext cx="1714959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3600" u="sng" dirty="0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Modelo</a:t>
            </a:r>
            <a:endParaRPr sz="1400" b="0" i="0" u="none" strike="noStrike" cap="none" dirty="0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708692A-D63B-7AAC-9F4C-BC53D165FB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6404" y="1338179"/>
            <a:ext cx="5889570" cy="5519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5157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4"/>
          <p:cNvSpPr txBox="1"/>
          <p:nvPr/>
        </p:nvSpPr>
        <p:spPr>
          <a:xfrm>
            <a:off x="399535" y="2287246"/>
            <a:ext cx="11392931" cy="1015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6000" b="1" dirty="0" err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React</a:t>
            </a:r>
            <a:endParaRPr sz="7200" b="1" i="0" u="none" strike="noStrike" cap="none" dirty="0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cxnSp>
        <p:nvCxnSpPr>
          <p:cNvPr id="182" name="Google Shape;182;p34"/>
          <p:cNvCxnSpPr/>
          <p:nvPr/>
        </p:nvCxnSpPr>
        <p:spPr>
          <a:xfrm>
            <a:off x="5013631" y="3555133"/>
            <a:ext cx="2247544" cy="0"/>
          </a:xfrm>
          <a:prstGeom prst="straightConnector1">
            <a:avLst/>
          </a:prstGeom>
          <a:noFill/>
          <a:ln w="12700" cap="flat" cmpd="sng">
            <a:solidFill>
              <a:schemeClr val="lt1"/>
            </a:solidFill>
            <a:prstDash val="solid"/>
            <a:miter lim="8000"/>
            <a:headEnd type="none" w="sm" len="sm"/>
            <a:tailEnd type="none" w="sm" len="sm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5"/>
          <p:cNvSpPr txBox="1"/>
          <p:nvPr/>
        </p:nvSpPr>
        <p:spPr>
          <a:xfrm>
            <a:off x="653143" y="325249"/>
            <a:ext cx="9940835" cy="527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4000" b="1" i="0" u="none" strike="noStrike" cap="none" dirty="0" err="1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FrontEnd</a:t>
            </a:r>
            <a:endParaRPr sz="4000" b="1" i="0" u="none" strike="noStrike" cap="none" dirty="0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188" name="Google Shape;188;p3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9176" y="1287554"/>
            <a:ext cx="11942580" cy="4648025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35"/>
          <p:cNvSpPr txBox="1"/>
          <p:nvPr/>
        </p:nvSpPr>
        <p:spPr>
          <a:xfrm>
            <a:off x="296092" y="6046864"/>
            <a:ext cx="2719824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3600" b="0" i="0" u="sng" strike="noStrike" cap="none">
                <a:solidFill>
                  <a:schemeClr val="accent6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Repositorio</a:t>
            </a:r>
            <a:endParaRPr sz="14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72</Words>
  <Application>Microsoft Office PowerPoint</Application>
  <PresentationFormat>Panorámica</PresentationFormat>
  <Paragraphs>20</Paragraphs>
  <Slides>10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4" baseType="lpstr">
      <vt:lpstr>Calibri</vt:lpstr>
      <vt:lpstr>Arial</vt:lpstr>
      <vt:lpstr>Work Sans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Jorge Enrique Pedraza Sanchez</dc:creator>
  <cp:lastModifiedBy>Aprendiz</cp:lastModifiedBy>
  <cp:revision>1</cp:revision>
  <dcterms:created xsi:type="dcterms:W3CDTF">2020-10-01T23:51:28Z</dcterms:created>
  <dcterms:modified xsi:type="dcterms:W3CDTF">2026-08-21T12:41:32Z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299739c-ad3d-4908-806e-4d91151a6e13_Enabled">
    <vt:lpwstr>true</vt:lpwstr>
  </property>
  <property fmtid="{D5CDD505-2E9C-101B-9397-08002B2CF9AE}" pid="3" name="MSIP_Label_1299739c-ad3d-4908-806e-4d91151a6e13_Method">
    <vt:lpwstr>Standard</vt:lpwstr>
  </property>
  <property fmtid="{D5CDD505-2E9C-101B-9397-08002B2CF9AE}" pid="4" name="MSIP_Label_1299739c-ad3d-4908-806e-4d91151a6e13_Name">
    <vt:lpwstr>All Employees (Unrestricted)</vt:lpwstr>
  </property>
  <property fmtid="{D5CDD505-2E9C-101B-9397-08002B2CF9AE}" pid="5" name="MSIP_Label_1299739c-ad3d-4908-806e-4d91151a6e13_SiteId">
    <vt:lpwstr>cbc2c381-2f2e-4d93-91d1-506c9316ace7</vt:lpwstr>
  </property>
  <property fmtid="{D5CDD505-2E9C-101B-9397-08002B2CF9AE}" pid="6" name="MSIP_Label_1299739c-ad3d-4908-806e-4d91151a6e13_ContentBits">
    <vt:lpwstr>0</vt:lpwstr>
  </property>
  <property fmtid="{D5CDD505-2E9C-101B-9397-08002B2CF9AE}" pid="7" name="MSIP_Label_1299739c-ad3d-4908-806e-4d91151a6e13_SetDate">
    <vt:lpwstr>2022-08-12T19:17:55Z</vt:lpwstr>
  </property>
  <property fmtid="{D5CDD505-2E9C-101B-9397-08002B2CF9AE}" pid="8" name="MSIP_Label_1299739c-ad3d-4908-806e-4d91151a6e13_ActionId">
    <vt:lpwstr>8c6bc714-34a9-4b82-914e-50b1377a2da4</vt:lpwstr>
  </property>
</Properties>
</file>