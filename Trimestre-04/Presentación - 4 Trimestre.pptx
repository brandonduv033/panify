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72" r:id="rId10"/>
    <p:sldId id="273" r:id="rId11"/>
    <p:sldId id="269" r:id="rId12"/>
    <p:sldId id="270" r:id="rId13"/>
  </p:sldIdLst>
  <p:sldSz cx="12192000" cy="6858000"/>
  <p:notesSz cx="6858000" cy="9144000"/>
  <p:embeddedFontLst>
    <p:embeddedFont>
      <p:font typeface="Work Sans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g93Xqpxt55p6BTs7CMPLVXaSoJ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595"/>
        <p:guide pos="3840"/>
        <p:guide orient="horz" pos="1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9C6B4C5F-7C6C-8A02-8D9A-3640868FC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>
            <a:extLst>
              <a:ext uri="{FF2B5EF4-FFF2-40B4-BE49-F238E27FC236}">
                <a16:creationId xmlns:a16="http://schemas.microsoft.com/office/drawing/2014/main" id="{922F3117-BD8D-F9EE-112F-74A5F88F5E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7:notes">
            <a:extLst>
              <a:ext uri="{FF2B5EF4-FFF2-40B4-BE49-F238E27FC236}">
                <a16:creationId xmlns:a16="http://schemas.microsoft.com/office/drawing/2014/main" id="{95894209-1BFD-07B6-238B-C868E3EB41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609045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9C6B4C5F-7C6C-8A02-8D9A-3640868FC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>
            <a:extLst>
              <a:ext uri="{FF2B5EF4-FFF2-40B4-BE49-F238E27FC236}">
                <a16:creationId xmlns:a16="http://schemas.microsoft.com/office/drawing/2014/main" id="{922F3117-BD8D-F9EE-112F-74A5F88F5E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7:notes">
            <a:extLst>
              <a:ext uri="{FF2B5EF4-FFF2-40B4-BE49-F238E27FC236}">
                <a16:creationId xmlns:a16="http://schemas.microsoft.com/office/drawing/2014/main" id="{95894209-1BFD-07B6-238B-C868E3EB41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085520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133B3573-A558-D382-66E8-7671AE060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>
            <a:extLst>
              <a:ext uri="{FF2B5EF4-FFF2-40B4-BE49-F238E27FC236}">
                <a16:creationId xmlns:a16="http://schemas.microsoft.com/office/drawing/2014/main" id="{BCA60035-DEEF-CC63-A616-770E8FC4D8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7:notes">
            <a:extLst>
              <a:ext uri="{FF2B5EF4-FFF2-40B4-BE49-F238E27FC236}">
                <a16:creationId xmlns:a16="http://schemas.microsoft.com/office/drawing/2014/main" id="{0FA9D3D5-5E73-73B7-6739-3A39C5AF34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888932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5" name="Google Shape;18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3"/>
          </p:nvPr>
        </p:nvSpPr>
        <p:spPr>
          <a:xfrm>
            <a:off x="6172202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4"/>
          </p:nvPr>
        </p:nvSpPr>
        <p:spPr>
          <a:xfrm>
            <a:off x="6172202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body" idx="1"/>
          </p:nvPr>
        </p:nvSpPr>
        <p:spPr>
          <a:xfrm>
            <a:off x="5183188" y="987429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>
            <a:spLocks noGrp="1"/>
          </p:cNvSpPr>
          <p:nvPr>
            <p:ph type="pic" idx="2"/>
          </p:nvPr>
        </p:nvSpPr>
        <p:spPr>
          <a:xfrm>
            <a:off x="5183188" y="987429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>
            <a:spLocks noGrp="1"/>
          </p:cNvSpPr>
          <p:nvPr>
            <p:ph type="title"/>
          </p:nvPr>
        </p:nvSpPr>
        <p:spPr>
          <a:xfrm rot="5400000">
            <a:off x="7133432" y="1956596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body" idx="1"/>
          </p:nvPr>
        </p:nvSpPr>
        <p:spPr>
          <a:xfrm rot="5400000">
            <a:off x="1799432" y="-596104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7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7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7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hyperlink" Target="https://drive.google.com/file/d/1N3IBy0wyrRkyIEMuoWfwVzFv1GHM4nIU/view?usp=drive_link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hyperlink" Target="https://drive.google.com/file/d/1bkJFFN6klAdnc2wCbBPVL2SyWlUbNTg7/view?usp=drive_link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hyperlink" Target="https://drive.google.com/file/d/1cOLUp-cZU-S8Pqc3dUi7WC8UD8dRju5C/view?usp=drive_link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hyperlink" Target="https://drive.google.com/file/d/1c8uKuufTg_FqESPD8XL6cBvfnkbVaE0X/view?usp=drive_link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BrandonDuv033/Panify/tree/main/code" TargetMode="Externa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4996499" y="2505675"/>
            <a:ext cx="27576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5400" b="1" i="0" u="none" strike="noStrike" cap="non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Panify</a:t>
            </a:r>
            <a:endParaRPr sz="5400" b="1" i="0" u="none" strike="noStrike" cap="non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3281551" y="3318937"/>
            <a:ext cx="5628899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b="0" i="1" u="none" strike="noStrike" cap="none" dirty="0">
                <a:solidFill>
                  <a:srgbClr val="F3B35A"/>
                </a:solidFill>
                <a:latin typeface="Calibri"/>
                <a:ea typeface="Calibri"/>
                <a:cs typeface="Calibri"/>
                <a:sym typeface="Calibri"/>
              </a:rPr>
              <a:t>Horneamos Calidad, Entregamos Confianza y Unimos Lazos</a:t>
            </a:r>
            <a:endParaRPr sz="2400" b="1" i="0" u="none" strike="noStrike" cap="none" dirty="0">
              <a:solidFill>
                <a:srgbClr val="F3B35A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124052" y="4161486"/>
            <a:ext cx="20502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BRANDON GUEVARA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MARTÍN CRUZ </a:t>
            </a:r>
            <a:endParaRPr sz="1400" b="0" i="0" u="none" strike="noStrike" cap="non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JEISON DIAZ</a:t>
            </a:r>
            <a:endParaRPr sz="1400" b="0" i="0" u="none" strike="noStrike" cap="non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BRAYAN DEVIA</a:t>
            </a:r>
            <a:endParaRPr sz="1400" b="0" i="0" u="none" strike="noStrike" cap="non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JULIÁN GONZÁLEZ</a:t>
            </a:r>
            <a:endParaRPr sz="1400" b="0" i="0" u="none" strike="noStrike" cap="non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96" name="Google Shape;9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90924" y="4729875"/>
            <a:ext cx="1153549" cy="116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/>
        </p:nvSpPr>
        <p:spPr>
          <a:xfrm>
            <a:off x="1838585" y="2430118"/>
            <a:ext cx="8514827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000" b="1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sz="7200" b="1" i="0" u="none" strike="noStrike" cap="non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02" name="Google Shape;102;p2"/>
          <p:cNvCxnSpPr/>
          <p:nvPr/>
        </p:nvCxnSpPr>
        <p:spPr>
          <a:xfrm>
            <a:off x="5013631" y="3555133"/>
            <a:ext cx="2247544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/>
        </p:nvSpPr>
        <p:spPr>
          <a:xfrm>
            <a:off x="956343" y="1273965"/>
            <a:ext cx="4974195" cy="676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400" b="1" i="0" u="none" strike="noStrike" cap="non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956341" y="2301152"/>
            <a:ext cx="9372992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aplicación que gestione los</a:t>
            </a:r>
            <a:r>
              <a:rPr lang="es-CO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usuarios,</a:t>
            </a:r>
            <a:r>
              <a:rPr lang="es-CO" sz="3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pedidos, el inventario y la generación de recibos, facilitando la organización de la producción y las entregas en Oro Pan.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p3"/>
          <p:cNvCxnSpPr/>
          <p:nvPr/>
        </p:nvCxnSpPr>
        <p:spPr>
          <a:xfrm>
            <a:off x="1038936" y="1950563"/>
            <a:ext cx="1745123" cy="0"/>
          </a:xfrm>
          <a:prstGeom prst="straightConnector1">
            <a:avLst/>
          </a:prstGeom>
          <a:noFill/>
          <a:ln w="12700" cap="flat" cmpd="sng">
            <a:solidFill>
              <a:srgbClr val="4D4D4C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/>
        </p:nvSpPr>
        <p:spPr>
          <a:xfrm>
            <a:off x="1838585" y="2430118"/>
            <a:ext cx="8514827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000" b="1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Objetivos Específicos</a:t>
            </a:r>
            <a:endParaRPr sz="7200" b="1" i="0" u="none" strike="noStrike" cap="non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15" name="Google Shape;115;p4"/>
          <p:cNvCxnSpPr/>
          <p:nvPr/>
        </p:nvCxnSpPr>
        <p:spPr>
          <a:xfrm>
            <a:off x="5013631" y="3555133"/>
            <a:ext cx="2247544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/>
        </p:nvSpPr>
        <p:spPr>
          <a:xfrm>
            <a:off x="1074875" y="910475"/>
            <a:ext cx="6133800" cy="6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400" b="1" i="0" u="none" strike="noStrike" cap="non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Objetivos Específicos</a:t>
            </a:r>
            <a:endParaRPr sz="4400" b="1" i="0" u="none" strike="noStrike" cap="none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21" name="Google Shape;121;p5"/>
          <p:cNvCxnSpPr/>
          <p:nvPr/>
        </p:nvCxnSpPr>
        <p:spPr>
          <a:xfrm>
            <a:off x="1157467" y="1600132"/>
            <a:ext cx="1745123" cy="0"/>
          </a:xfrm>
          <a:prstGeom prst="straightConnector1">
            <a:avLst/>
          </a:prstGeom>
          <a:noFill/>
          <a:ln w="12700" cap="flat" cmpd="sng">
            <a:solidFill>
              <a:srgbClr val="4D4D4C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22" name="Google Shape;122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4726" y="2016928"/>
            <a:ext cx="10342551" cy="431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/>
        </p:nvSpPr>
        <p:spPr>
          <a:xfrm>
            <a:off x="399535" y="2287246"/>
            <a:ext cx="11392931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000" b="1" i="0" u="none" strike="noStrike" cap="none" dirty="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Base de Datos</a:t>
            </a:r>
            <a:endParaRPr sz="7200" b="1" i="0" u="none" strike="noStrike" cap="none" dirty="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28" name="Google Shape;128;p6"/>
          <p:cNvCxnSpPr/>
          <p:nvPr/>
        </p:nvCxnSpPr>
        <p:spPr>
          <a:xfrm>
            <a:off x="5013631" y="3555133"/>
            <a:ext cx="2247544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2">
          <a:extLst>
            <a:ext uri="{FF2B5EF4-FFF2-40B4-BE49-F238E27FC236}">
              <a16:creationId xmlns:a16="http://schemas.microsoft.com/office/drawing/2014/main" id="{02282304-6915-C422-6C07-E2BE4DFB1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>
            <a:extLst>
              <a:ext uri="{FF2B5EF4-FFF2-40B4-BE49-F238E27FC236}">
                <a16:creationId xmlns:a16="http://schemas.microsoft.com/office/drawing/2014/main" id="{5A7C9754-119D-E833-66BC-2E6B47D287CF}"/>
              </a:ext>
            </a:extLst>
          </p:cNvPr>
          <p:cNvSpPr txBox="1"/>
          <p:nvPr/>
        </p:nvSpPr>
        <p:spPr>
          <a:xfrm>
            <a:off x="653143" y="325249"/>
            <a:ext cx="9940835" cy="52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000" b="1" i="0" u="none" strike="noStrike" cap="none" dirty="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Modelo Relacional</a:t>
            </a:r>
            <a:endParaRPr sz="4000" b="1" i="0" u="none" strike="noStrike" cap="none" dirty="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34" name="Google Shape;134;p7">
            <a:extLst>
              <a:ext uri="{FF2B5EF4-FFF2-40B4-BE49-F238E27FC236}">
                <a16:creationId xmlns:a16="http://schemas.microsoft.com/office/drawing/2014/main" id="{0B41B283-608F-71B7-FC78-616FA33054D3}"/>
              </a:ext>
            </a:extLst>
          </p:cNvPr>
          <p:cNvSpPr txBox="1"/>
          <p:nvPr/>
        </p:nvSpPr>
        <p:spPr>
          <a:xfrm>
            <a:off x="7611526" y="3497945"/>
            <a:ext cx="369693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u="sng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Modelo Relacional</a:t>
            </a:r>
            <a:endParaRPr sz="1400" b="0" i="0" u="none" strike="noStrike" cap="none" dirty="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708692A-D63B-7AAC-9F4C-BC53D165FB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404" y="1338179"/>
            <a:ext cx="5889570" cy="5519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515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/>
        </p:nvSpPr>
        <p:spPr>
          <a:xfrm>
            <a:off x="653143" y="325249"/>
            <a:ext cx="9940835" cy="52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000" b="1" i="0" u="none" strike="noStrike" cap="none" dirty="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Construcci</a:t>
            </a:r>
            <a:r>
              <a:rPr lang="es-CO" sz="4000" b="1" dirty="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ón de la Base de Datos</a:t>
            </a:r>
            <a:endParaRPr sz="4000" b="1" i="0" u="none" strike="noStrike" cap="none" dirty="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8440718" y="3475729"/>
            <a:ext cx="283364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b="0" i="0" u="sng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Base de Datos</a:t>
            </a:r>
            <a:endParaRPr sz="1400" b="0" i="0" u="none" strike="noStrike" cap="none" dirty="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DD86314-5AC2-99B5-2094-DCE06AC1BA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178" y="1509402"/>
            <a:ext cx="7581860" cy="52252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2">
          <a:extLst>
            <a:ext uri="{FF2B5EF4-FFF2-40B4-BE49-F238E27FC236}">
              <a16:creationId xmlns:a16="http://schemas.microsoft.com/office/drawing/2014/main" id="{02282304-6915-C422-6C07-E2BE4DFB1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>
            <a:extLst>
              <a:ext uri="{FF2B5EF4-FFF2-40B4-BE49-F238E27FC236}">
                <a16:creationId xmlns:a16="http://schemas.microsoft.com/office/drawing/2014/main" id="{5A7C9754-119D-E833-66BC-2E6B47D287CF}"/>
              </a:ext>
            </a:extLst>
          </p:cNvPr>
          <p:cNvSpPr txBox="1"/>
          <p:nvPr/>
        </p:nvSpPr>
        <p:spPr>
          <a:xfrm>
            <a:off x="653143" y="325249"/>
            <a:ext cx="9940835" cy="52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000" b="1" i="0" u="none" strike="noStrike" cap="none" dirty="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Consultas</a:t>
            </a:r>
            <a:endParaRPr sz="4000" b="1" i="0" u="none" strike="noStrike" cap="none" dirty="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34" name="Google Shape;134;p7">
            <a:extLst>
              <a:ext uri="{FF2B5EF4-FFF2-40B4-BE49-F238E27FC236}">
                <a16:creationId xmlns:a16="http://schemas.microsoft.com/office/drawing/2014/main" id="{0B41B283-608F-71B7-FC78-616FA33054D3}"/>
              </a:ext>
            </a:extLst>
          </p:cNvPr>
          <p:cNvSpPr txBox="1"/>
          <p:nvPr/>
        </p:nvSpPr>
        <p:spPr>
          <a:xfrm>
            <a:off x="8479628" y="3451799"/>
            <a:ext cx="211435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u="sng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Consultas</a:t>
            </a:r>
            <a:endParaRPr sz="1400" b="0" i="0" u="none" strike="noStrike" cap="none" dirty="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AC4CFAE-CE40-DB8D-62CD-C723634124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367" y="1690224"/>
            <a:ext cx="7826485" cy="4815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427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2">
          <a:extLst>
            <a:ext uri="{FF2B5EF4-FFF2-40B4-BE49-F238E27FC236}">
              <a16:creationId xmlns:a16="http://schemas.microsoft.com/office/drawing/2014/main" id="{9A389347-DC2E-FE81-AB77-898EABEA2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>
            <a:extLst>
              <a:ext uri="{FF2B5EF4-FFF2-40B4-BE49-F238E27FC236}">
                <a16:creationId xmlns:a16="http://schemas.microsoft.com/office/drawing/2014/main" id="{5EEE5EFD-770A-D3D8-03B8-23781AD41A60}"/>
              </a:ext>
            </a:extLst>
          </p:cNvPr>
          <p:cNvSpPr txBox="1"/>
          <p:nvPr/>
        </p:nvSpPr>
        <p:spPr>
          <a:xfrm>
            <a:off x="653143" y="325249"/>
            <a:ext cx="9940835" cy="52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000" b="1" i="0" u="none" strike="noStrike" cap="none" dirty="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Encriptación</a:t>
            </a:r>
            <a:endParaRPr sz="4000" b="1" i="0" u="none" strike="noStrike" cap="none" dirty="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34" name="Google Shape;134;p7">
            <a:extLst>
              <a:ext uri="{FF2B5EF4-FFF2-40B4-BE49-F238E27FC236}">
                <a16:creationId xmlns:a16="http://schemas.microsoft.com/office/drawing/2014/main" id="{3C96FF16-B6DB-9D69-EC32-69E090754071}"/>
              </a:ext>
            </a:extLst>
          </p:cNvPr>
          <p:cNvSpPr txBox="1"/>
          <p:nvPr/>
        </p:nvSpPr>
        <p:spPr>
          <a:xfrm>
            <a:off x="7827264" y="3451799"/>
            <a:ext cx="2766714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u="sng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Encriptación</a:t>
            </a:r>
            <a:endParaRPr sz="1400" b="0" i="0" u="none" strike="noStrike" cap="none" dirty="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D126A93-F492-96B7-8B84-D0E1E948D3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970" y="1435608"/>
            <a:ext cx="5491958" cy="494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119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"/>
          <p:cNvSpPr txBox="1"/>
          <p:nvPr/>
        </p:nvSpPr>
        <p:spPr>
          <a:xfrm>
            <a:off x="399535" y="2287246"/>
            <a:ext cx="11392931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000" b="1" dirty="0" err="1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React</a:t>
            </a:r>
            <a:endParaRPr sz="7200" b="1" i="0" u="none" strike="noStrike" cap="none" dirty="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82" name="Google Shape;182;p34"/>
          <p:cNvCxnSpPr/>
          <p:nvPr/>
        </p:nvCxnSpPr>
        <p:spPr>
          <a:xfrm>
            <a:off x="5013631" y="3555133"/>
            <a:ext cx="2247544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5"/>
          <p:cNvSpPr txBox="1"/>
          <p:nvPr/>
        </p:nvSpPr>
        <p:spPr>
          <a:xfrm>
            <a:off x="653143" y="325249"/>
            <a:ext cx="9940835" cy="52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000" b="1" i="0" u="none" strike="noStrike" cap="none" dirty="0" err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FrontEnd</a:t>
            </a:r>
            <a:endParaRPr sz="4000" b="1" i="0" u="none" strike="noStrike" cap="none" dirty="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188" name="Google Shape;188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176" y="1287554"/>
            <a:ext cx="11942580" cy="464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5"/>
          <p:cNvSpPr txBox="1"/>
          <p:nvPr/>
        </p:nvSpPr>
        <p:spPr>
          <a:xfrm>
            <a:off x="296092" y="6046864"/>
            <a:ext cx="2719824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b="0" i="0" u="sng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Repositorio</a:t>
            </a:r>
            <a:endParaRPr sz="1400" b="0" i="0" u="none" strike="noStrike" cap="none" dirty="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81</Words>
  <Application>Microsoft Office PowerPoint</Application>
  <PresentationFormat>Panorámica</PresentationFormat>
  <Paragraphs>24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Work Sans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Jorge Enrique Pedraza Sanchez</dc:creator>
  <cp:lastModifiedBy>24A_9212109673</cp:lastModifiedBy>
  <cp:revision>3</cp:revision>
  <dcterms:created xsi:type="dcterms:W3CDTF">2020-10-01T23:51:28Z</dcterms:created>
  <dcterms:modified xsi:type="dcterms:W3CDTF">2026-09-24T18:57:54Z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2026-09-24T18:49:56Z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a6b9e56d-da32-42e3-aa50-53f4928c67ee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</Properties>
</file>