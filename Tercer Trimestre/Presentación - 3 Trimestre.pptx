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6858000" cx="12192000"/>
  <p:notesSz cx="6858000" cy="9144000"/>
  <p:embeddedFontLst>
    <p:embeddedFont>
      <p:font typeface="Work Sans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595">
          <p15:clr>
            <a:srgbClr val="A4A3A4"/>
          </p15:clr>
        </p15:guide>
        <p15:guide id="2" pos="3840">
          <p15:clr>
            <a:srgbClr val="A4A3A4"/>
          </p15:clr>
        </p15:guide>
        <p15:guide id="3" orient="horz" pos="187">
          <p15:clr>
            <a:srgbClr val="A4A3A4"/>
          </p15:clr>
        </p15:guide>
      </p15:sldGuideLst>
    </p:ext>
    <p:ext uri="GoogleSlidesCustomDataVersion2">
      <go:slidesCustomData xmlns:go="http://customooxmlschemas.google.com/" r:id="rId25" roundtripDataSignature="AMtx7mjmpj3un0rOpof+e6QkjoLLZ8Nu1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95" orient="horz"/>
        <p:guide pos="3840"/>
        <p:guide pos="187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WorkSans-bold.fntdata"/><Relationship Id="rId21" Type="http://schemas.openxmlformats.org/officeDocument/2006/relationships/font" Target="fonts/WorkSans-regular.fntdata"/><Relationship Id="rId24" Type="http://schemas.openxmlformats.org/officeDocument/2006/relationships/font" Target="fonts/WorkSans-boldItalic.fntdata"/><Relationship Id="rId23" Type="http://schemas.openxmlformats.org/officeDocument/2006/relationships/font" Target="fonts/WorkSans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s-CO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1" name="Google Shape;91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8" name="Google Shape;118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5" name="Google Shape;125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1" name="Google Shape;13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8" name="Google Shape;138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5" name="Google Shape;145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2" name="Google Shape;152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9" name="Google Shape;159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5" name="Google Shape;165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2" name="Google Shape;172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79" name="Google Shape;179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5" name="Google Shape;185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6"/>
          <p:cNvSpPr txBox="1"/>
          <p:nvPr>
            <p:ph idx="10" type="dt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6"/>
          <p:cNvSpPr txBox="1"/>
          <p:nvPr>
            <p:ph idx="11" type="ftr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6"/>
          <p:cNvSpPr txBox="1"/>
          <p:nvPr>
            <p:ph idx="12" type="sldNum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7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7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" name="Google Shape;22;p17"/>
          <p:cNvSpPr txBox="1"/>
          <p:nvPr>
            <p:ph idx="10" type="dt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7"/>
          <p:cNvSpPr txBox="1"/>
          <p:nvPr>
            <p:ph idx="11" type="ftr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7"/>
          <p:cNvSpPr txBox="1"/>
          <p:nvPr>
            <p:ph idx="12" type="sldNum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8"/>
          <p:cNvSpPr txBox="1"/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8"/>
          <p:cNvSpPr txBox="1"/>
          <p:nvPr>
            <p:ph idx="10" type="dt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8"/>
          <p:cNvSpPr txBox="1"/>
          <p:nvPr>
            <p:ph idx="11" type="ftr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8"/>
          <p:cNvSpPr txBox="1"/>
          <p:nvPr>
            <p:ph idx="12" type="sldNum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9"/>
          <p:cNvSpPr txBox="1"/>
          <p:nvPr>
            <p:ph type="title"/>
          </p:nvPr>
        </p:nvSpPr>
        <p:spPr>
          <a:xfrm>
            <a:off x="831851" y="1709742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9"/>
          <p:cNvSpPr txBox="1"/>
          <p:nvPr>
            <p:ph idx="1" type="body"/>
          </p:nvPr>
        </p:nvSpPr>
        <p:spPr>
          <a:xfrm>
            <a:off x="831851" y="4589467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19"/>
          <p:cNvSpPr txBox="1"/>
          <p:nvPr>
            <p:ph idx="10" type="dt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9"/>
          <p:cNvSpPr txBox="1"/>
          <p:nvPr>
            <p:ph idx="11" type="ftr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9"/>
          <p:cNvSpPr txBox="1"/>
          <p:nvPr>
            <p:ph idx="12" type="sldNum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0"/>
          <p:cNvSpPr txBox="1"/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0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20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20"/>
          <p:cNvSpPr txBox="1"/>
          <p:nvPr>
            <p:ph idx="10" type="dt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0"/>
          <p:cNvSpPr txBox="1"/>
          <p:nvPr>
            <p:ph idx="11" type="ftr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0"/>
          <p:cNvSpPr txBox="1"/>
          <p:nvPr>
            <p:ph idx="12" type="sldNum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1"/>
          <p:cNvSpPr txBox="1"/>
          <p:nvPr>
            <p:ph type="title"/>
          </p:nvPr>
        </p:nvSpPr>
        <p:spPr>
          <a:xfrm>
            <a:off x="839788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1"/>
          <p:cNvSpPr txBox="1"/>
          <p:nvPr>
            <p:ph idx="1" type="body"/>
          </p:nvPr>
        </p:nvSpPr>
        <p:spPr>
          <a:xfrm>
            <a:off x="839789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21"/>
          <p:cNvSpPr txBox="1"/>
          <p:nvPr>
            <p:ph idx="2" type="body"/>
          </p:nvPr>
        </p:nvSpPr>
        <p:spPr>
          <a:xfrm>
            <a:off x="839789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21"/>
          <p:cNvSpPr txBox="1"/>
          <p:nvPr>
            <p:ph idx="3" type="body"/>
          </p:nvPr>
        </p:nvSpPr>
        <p:spPr>
          <a:xfrm>
            <a:off x="6172202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21"/>
          <p:cNvSpPr txBox="1"/>
          <p:nvPr>
            <p:ph idx="4" type="body"/>
          </p:nvPr>
        </p:nvSpPr>
        <p:spPr>
          <a:xfrm>
            <a:off x="6172202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21"/>
          <p:cNvSpPr txBox="1"/>
          <p:nvPr>
            <p:ph idx="10" type="dt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1"/>
          <p:cNvSpPr txBox="1"/>
          <p:nvPr>
            <p:ph idx="11" type="ftr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1"/>
          <p:cNvSpPr txBox="1"/>
          <p:nvPr>
            <p:ph idx="12" type="sldNum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2"/>
          <p:cNvSpPr txBox="1"/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2"/>
          <p:cNvSpPr txBox="1"/>
          <p:nvPr>
            <p:ph idx="10" type="dt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2"/>
          <p:cNvSpPr txBox="1"/>
          <p:nvPr>
            <p:ph idx="11" type="ftr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2"/>
          <p:cNvSpPr txBox="1"/>
          <p:nvPr>
            <p:ph idx="12" type="sldNum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3"/>
          <p:cNvSpPr txBox="1"/>
          <p:nvPr>
            <p:ph idx="1" type="body"/>
          </p:nvPr>
        </p:nvSpPr>
        <p:spPr>
          <a:xfrm>
            <a:off x="5183188" y="987429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23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23"/>
          <p:cNvSpPr txBox="1"/>
          <p:nvPr>
            <p:ph idx="10" type="dt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3"/>
          <p:cNvSpPr txBox="1"/>
          <p:nvPr>
            <p:ph idx="11" type="ftr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3"/>
          <p:cNvSpPr txBox="1"/>
          <p:nvPr>
            <p:ph idx="12" type="sldNum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4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4"/>
          <p:cNvSpPr/>
          <p:nvPr>
            <p:ph idx="2" type="pic"/>
          </p:nvPr>
        </p:nvSpPr>
        <p:spPr>
          <a:xfrm>
            <a:off x="5183188" y="987429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4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24"/>
          <p:cNvSpPr txBox="1"/>
          <p:nvPr>
            <p:ph idx="10" type="dt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4"/>
          <p:cNvSpPr txBox="1"/>
          <p:nvPr>
            <p:ph idx="11" type="ftr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4"/>
          <p:cNvSpPr txBox="1"/>
          <p:nvPr>
            <p:ph idx="12" type="sldNum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/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5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5"/>
          <p:cNvSpPr txBox="1"/>
          <p:nvPr>
            <p:ph idx="10" type="dt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5"/>
          <p:cNvSpPr txBox="1"/>
          <p:nvPr>
            <p:ph idx="11" type="ftr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5"/>
          <p:cNvSpPr txBox="1"/>
          <p:nvPr>
            <p:ph idx="12" type="sldNum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"/>
          <p:cNvSpPr txBox="1"/>
          <p:nvPr>
            <p:ph type="title"/>
          </p:nvPr>
        </p:nvSpPr>
        <p:spPr>
          <a:xfrm rot="5400000">
            <a:off x="7133432" y="1956596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6"/>
          <p:cNvSpPr txBox="1"/>
          <p:nvPr>
            <p:ph idx="1" type="body"/>
          </p:nvPr>
        </p:nvSpPr>
        <p:spPr>
          <a:xfrm rot="5400000">
            <a:off x="1799432" y="-596104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6"/>
          <p:cNvSpPr txBox="1"/>
          <p:nvPr>
            <p:ph idx="10" type="dt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6"/>
          <p:cNvSpPr txBox="1"/>
          <p:nvPr>
            <p:ph idx="11" type="ftr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6"/>
          <p:cNvSpPr txBox="1"/>
          <p:nvPr>
            <p:ph idx="12" type="sldNum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seño personalizado">
  <p:cSld name="Diseño personalizado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7"/>
          <p:cNvSpPr txBox="1"/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27"/>
          <p:cNvSpPr txBox="1"/>
          <p:nvPr>
            <p:ph idx="10" type="dt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27"/>
          <p:cNvSpPr txBox="1"/>
          <p:nvPr>
            <p:ph idx="11" type="ftr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27"/>
          <p:cNvSpPr txBox="1"/>
          <p:nvPr>
            <p:ph idx="12" type="sldNum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5"/>
          <p:cNvSpPr txBox="1"/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5"/>
          <p:cNvSpPr txBox="1"/>
          <p:nvPr>
            <p:ph idx="10" type="dt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5"/>
          <p:cNvSpPr txBox="1"/>
          <p:nvPr>
            <p:ph idx="11" type="ftr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5"/>
          <p:cNvSpPr txBox="1"/>
          <p:nvPr>
            <p:ph idx="12" type="sldNum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hyperlink" Target="https://drive.google.com/file/d/1dWwhL5RIpcRHG51ooGabB6ZOQgrbxChp/view" TargetMode="External"/><Relationship Id="rId5" Type="http://schemas.openxmlformats.org/officeDocument/2006/relationships/image" Target="../media/image7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hyperlink" Target="https://drive.google.com/file/d/1AD_MbkeYaau0nXOwJ1rm8RH0a3VmWoBa/view?usp=drive_link" TargetMode="External"/><Relationship Id="rId5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hyperlink" Target="https://docs.google.com/spreadsheets/d/1mDzt0Ilyh3PGtVMixov13F4H5OgKXBBy/edit?usp=drive_link&amp;ouid=105958798031881620302&amp;rtpof=true&amp;sd=true" TargetMode="External"/><Relationship Id="rId5" Type="http://schemas.openxmlformats.org/officeDocument/2006/relationships/image" Target="../media/image1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hyperlink" Target="https://drive.google.com/file/d/1uzAL2uitjjTG1uG-Lh-Mo1gaWesHZxmp/view" TargetMode="External"/><Relationship Id="rId5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12.png"/><Relationship Id="rId5" Type="http://schemas.openxmlformats.org/officeDocument/2006/relationships/hyperlink" Target="https://drive.google.com/file/d/1YVO-iCeJ_kmWT2ugjnq04O4VOJsp5VVB/view?usp=sharin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hyperlink" Target="https://drive.google.com/file/d/1HKmIczdQ-vrT2dYo_FCMfE8-Kvp2pey-/view?usp=sharing" TargetMode="External"/><Relationship Id="rId5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14.png"/><Relationship Id="rId5" Type="http://schemas.openxmlformats.org/officeDocument/2006/relationships/hyperlink" Target="https://github.com/BrandonDuv033/Panify/tree/main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"/>
          <p:cNvSpPr txBox="1"/>
          <p:nvPr/>
        </p:nvSpPr>
        <p:spPr>
          <a:xfrm>
            <a:off x="4996499" y="2505675"/>
            <a:ext cx="2757600" cy="9232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5400" u="none" cap="none" strike="noStrike">
                <a:solidFill>
                  <a:srgbClr val="3F3F3F"/>
                </a:solidFill>
                <a:latin typeface="Work Sans"/>
                <a:ea typeface="Work Sans"/>
                <a:cs typeface="Work Sans"/>
                <a:sym typeface="Work Sans"/>
              </a:rPr>
              <a:t>Panify</a:t>
            </a:r>
            <a:endParaRPr b="1" i="0" sz="5400" u="none" cap="none" strike="noStrike">
              <a:solidFill>
                <a:srgbClr val="3F3F3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3281551" y="3318937"/>
            <a:ext cx="5628899" cy="46162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s-CO" sz="2400" u="none" cap="none" strike="noStrike">
                <a:solidFill>
                  <a:srgbClr val="F3B35A"/>
                </a:solidFill>
                <a:latin typeface="Calibri"/>
                <a:ea typeface="Calibri"/>
                <a:cs typeface="Calibri"/>
                <a:sym typeface="Calibri"/>
              </a:rPr>
              <a:t>Horneamos Calidad, Entregamos Confianza.</a:t>
            </a:r>
            <a:endParaRPr b="1" i="0" sz="2400" u="none" cap="none" strike="noStrike">
              <a:solidFill>
                <a:srgbClr val="F3B35A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1124052" y="4161486"/>
            <a:ext cx="2050200" cy="116951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400" u="none" cap="none" strike="noStrike">
                <a:solidFill>
                  <a:srgbClr val="000000"/>
                </a:solidFill>
                <a:latin typeface="Work Sans"/>
                <a:ea typeface="Work Sans"/>
                <a:cs typeface="Work Sans"/>
                <a:sym typeface="Work Sans"/>
              </a:rPr>
              <a:t>BRANDON GUEVARA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400" u="none" cap="none" strike="noStrike">
                <a:solidFill>
                  <a:srgbClr val="000000"/>
                </a:solidFill>
                <a:latin typeface="Work Sans"/>
                <a:ea typeface="Work Sans"/>
                <a:cs typeface="Work Sans"/>
                <a:sym typeface="Work Sans"/>
              </a:rPr>
              <a:t>MARTÍN CRUZ </a:t>
            </a:r>
            <a:endParaRPr b="0" i="0" sz="1400" u="none" cap="none" strike="noStrike">
              <a:solidFill>
                <a:schemeClr val="dk1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400" u="none" cap="none" strike="noStrike">
                <a:solidFill>
                  <a:srgbClr val="000000"/>
                </a:solidFill>
                <a:latin typeface="Work Sans"/>
                <a:ea typeface="Work Sans"/>
                <a:cs typeface="Work Sans"/>
                <a:sym typeface="Work Sans"/>
              </a:rPr>
              <a:t>JEISON DIAZ</a:t>
            </a:r>
            <a:endParaRPr b="0" i="0" sz="1400" u="none" cap="none" strike="noStrike">
              <a:solidFill>
                <a:schemeClr val="dk1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400" u="none" cap="none" strike="noStrike">
                <a:solidFill>
                  <a:srgbClr val="000000"/>
                </a:solidFill>
                <a:latin typeface="Work Sans"/>
                <a:ea typeface="Work Sans"/>
                <a:cs typeface="Work Sans"/>
                <a:sym typeface="Work Sans"/>
              </a:rPr>
              <a:t>BRAYAN DEVIA</a:t>
            </a:r>
            <a:endParaRPr b="0" i="0" sz="1400" u="none" cap="none" strike="noStrike">
              <a:solidFill>
                <a:schemeClr val="dk1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1400" u="none" cap="none" strike="noStrike">
                <a:solidFill>
                  <a:srgbClr val="000000"/>
                </a:solidFill>
                <a:latin typeface="Work Sans"/>
                <a:ea typeface="Work Sans"/>
                <a:cs typeface="Work Sans"/>
                <a:sym typeface="Work Sans"/>
              </a:rPr>
              <a:t>JULIÁN GONZÁLEZ</a:t>
            </a:r>
            <a:endParaRPr b="0" i="0" sz="1400" u="none" cap="none" strike="noStrike">
              <a:solidFill>
                <a:schemeClr val="dk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96" name="Google Shape;96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990924" y="4729875"/>
            <a:ext cx="1153549" cy="116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/>
        </p:nvSpPr>
        <p:spPr>
          <a:xfrm>
            <a:off x="1838585" y="2430118"/>
            <a:ext cx="8514827" cy="10156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6000" u="none" cap="none" strike="noStrike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Objetivo General</a:t>
            </a:r>
            <a:endParaRPr b="1" i="0" sz="7200" u="none" cap="none" strike="noStrike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02" name="Google Shape;102;p2"/>
          <p:cNvCxnSpPr/>
          <p:nvPr/>
        </p:nvCxnSpPr>
        <p:spPr>
          <a:xfrm>
            <a:off x="5013631" y="3555133"/>
            <a:ext cx="2247544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/>
        </p:nvSpPr>
        <p:spPr>
          <a:xfrm>
            <a:off x="956343" y="1273965"/>
            <a:ext cx="4974195" cy="6765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44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Objetivo General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3"/>
          <p:cNvSpPr txBox="1"/>
          <p:nvPr/>
        </p:nvSpPr>
        <p:spPr>
          <a:xfrm>
            <a:off x="956341" y="2301152"/>
            <a:ext cx="9372992" cy="23082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una aplicación que gestione los pedidos, el inventario y la generación de recibos, facilitando la organización de la producción y las entregas en Oro Pan.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9" name="Google Shape;109;p3"/>
          <p:cNvCxnSpPr/>
          <p:nvPr/>
        </p:nvCxnSpPr>
        <p:spPr>
          <a:xfrm>
            <a:off x="1038936" y="1950563"/>
            <a:ext cx="1745123" cy="0"/>
          </a:xfrm>
          <a:prstGeom prst="straightConnector1">
            <a:avLst/>
          </a:prstGeom>
          <a:noFill/>
          <a:ln cap="flat" cmpd="sng" w="12700">
            <a:solidFill>
              <a:srgbClr val="4D4D4C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"/>
          <p:cNvSpPr txBox="1"/>
          <p:nvPr/>
        </p:nvSpPr>
        <p:spPr>
          <a:xfrm>
            <a:off x="1838585" y="2430118"/>
            <a:ext cx="8514827" cy="10156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6000" u="none" cap="none" strike="noStrike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Objetivos Específicos</a:t>
            </a:r>
            <a:endParaRPr b="1" i="0" sz="7200" u="none" cap="none" strike="noStrike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15" name="Google Shape;115;p4"/>
          <p:cNvCxnSpPr/>
          <p:nvPr/>
        </p:nvCxnSpPr>
        <p:spPr>
          <a:xfrm>
            <a:off x="5013631" y="3555133"/>
            <a:ext cx="2247544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"/>
          <p:cNvSpPr txBox="1"/>
          <p:nvPr/>
        </p:nvSpPr>
        <p:spPr>
          <a:xfrm>
            <a:off x="1074875" y="910475"/>
            <a:ext cx="6133800" cy="67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4400" u="none" cap="none" strike="noStrik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Objetivos Específicos</a:t>
            </a:r>
            <a:endParaRPr b="1" i="0" sz="4400" u="none" cap="none" strike="noStrike">
              <a:solidFill>
                <a:srgbClr val="38AA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21" name="Google Shape;121;p5"/>
          <p:cNvCxnSpPr/>
          <p:nvPr/>
        </p:nvCxnSpPr>
        <p:spPr>
          <a:xfrm>
            <a:off x="1157467" y="1600132"/>
            <a:ext cx="1745123" cy="0"/>
          </a:xfrm>
          <a:prstGeom prst="straightConnector1">
            <a:avLst/>
          </a:prstGeom>
          <a:noFill/>
          <a:ln cap="flat" cmpd="sng" w="12700">
            <a:solidFill>
              <a:srgbClr val="4D4D4C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22" name="Google Shape;122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4726" y="2016928"/>
            <a:ext cx="10342551" cy="4313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6"/>
          <p:cNvSpPr txBox="1"/>
          <p:nvPr/>
        </p:nvSpPr>
        <p:spPr>
          <a:xfrm>
            <a:off x="399535" y="2287246"/>
            <a:ext cx="11392931" cy="10156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6000" u="none" cap="none" strike="noStrike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Diseño de Base de Datos</a:t>
            </a:r>
            <a:endParaRPr b="1" i="0" sz="7200" u="none" cap="none" strike="noStrike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28" name="Google Shape;128;p6"/>
          <p:cNvCxnSpPr/>
          <p:nvPr/>
        </p:nvCxnSpPr>
        <p:spPr>
          <a:xfrm>
            <a:off x="5013631" y="3555133"/>
            <a:ext cx="2247544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7"/>
          <p:cNvSpPr txBox="1"/>
          <p:nvPr/>
        </p:nvSpPr>
        <p:spPr>
          <a:xfrm>
            <a:off x="653143" y="325249"/>
            <a:ext cx="9940835" cy="5278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4000" u="none" cap="none" strike="noStrike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Modelo Entidad Relación</a:t>
            </a:r>
            <a:endParaRPr b="1" i="0" sz="4000" u="none" cap="none" strike="noStrike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134" name="Google Shape;134;p7"/>
          <p:cNvSpPr txBox="1"/>
          <p:nvPr/>
        </p:nvSpPr>
        <p:spPr>
          <a:xfrm>
            <a:off x="6378453" y="3316469"/>
            <a:ext cx="4469656" cy="6462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3600" u="sng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M.E.R. Notación Chen</a:t>
            </a:r>
            <a:endParaRPr b="0" i="0" sz="1400" u="none" cap="none" strike="noStrik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5" name="Google Shape;135;p7" title="Modelo Entidad Relación (M.E.R)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4125" y="1453625"/>
            <a:ext cx="4309200" cy="4967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8"/>
          <p:cNvSpPr txBox="1"/>
          <p:nvPr/>
        </p:nvSpPr>
        <p:spPr>
          <a:xfrm>
            <a:off x="653143" y="325249"/>
            <a:ext cx="9940835" cy="5278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4000" u="none" cap="none" strike="noStrike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Modelo Relacional</a:t>
            </a:r>
            <a:endParaRPr b="1" i="0" sz="4000" u="none" cap="none" strike="noStrike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141" name="Google Shape;141;p28"/>
          <p:cNvSpPr txBox="1"/>
          <p:nvPr/>
        </p:nvSpPr>
        <p:spPr>
          <a:xfrm>
            <a:off x="6378452" y="3316469"/>
            <a:ext cx="5001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3600" u="sng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M.R. Workbench</a:t>
            </a:r>
            <a:endParaRPr b="0" i="0" sz="1400" u="none" cap="none" strike="noStrik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2" name="Google Shape;142;p28" title="Modelo Relacional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69300" y="1317225"/>
            <a:ext cx="5826700" cy="54609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9"/>
          <p:cNvSpPr txBox="1"/>
          <p:nvPr/>
        </p:nvSpPr>
        <p:spPr>
          <a:xfrm>
            <a:off x="653143" y="325249"/>
            <a:ext cx="9940835" cy="5278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4000" u="none" cap="none" strike="noStrike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Normalización</a:t>
            </a:r>
            <a:endParaRPr b="1" i="0" sz="4000" u="none" cap="none" strike="noStrike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148" name="Google Shape;148;p29"/>
          <p:cNvSpPr txBox="1"/>
          <p:nvPr/>
        </p:nvSpPr>
        <p:spPr>
          <a:xfrm>
            <a:off x="307854" y="5944912"/>
            <a:ext cx="46527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3600" u="sng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Normalización del M.E.</a:t>
            </a:r>
            <a:endParaRPr b="0" i="0" sz="1400" u="none" cap="none" strike="noStrik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9" name="Google Shape;149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07838" y="1862825"/>
            <a:ext cx="11576325" cy="2412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0"/>
          <p:cNvSpPr txBox="1"/>
          <p:nvPr/>
        </p:nvSpPr>
        <p:spPr>
          <a:xfrm>
            <a:off x="653143" y="325249"/>
            <a:ext cx="9940835" cy="5278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4000" u="none" cap="none" strike="noStrike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Diccionario de Datos</a:t>
            </a:r>
            <a:endParaRPr b="1" i="0" sz="4000" u="none" cap="none" strike="noStrike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155" name="Google Shape;155;p30"/>
          <p:cNvSpPr txBox="1"/>
          <p:nvPr/>
        </p:nvSpPr>
        <p:spPr>
          <a:xfrm>
            <a:off x="653143" y="5886461"/>
            <a:ext cx="4652787" cy="6462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3600" u="sng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Diccionario de Datos</a:t>
            </a:r>
            <a:endParaRPr b="0" i="0" sz="1400" u="none" cap="none" strike="noStrik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6" name="Google Shape;156;p3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6725" y="1648451"/>
            <a:ext cx="11230675" cy="3222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1"/>
          <p:cNvSpPr txBox="1"/>
          <p:nvPr/>
        </p:nvSpPr>
        <p:spPr>
          <a:xfrm>
            <a:off x="399535" y="2287246"/>
            <a:ext cx="11392931" cy="10156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6000" u="none" cap="none" strike="noStrike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Diseño y Arquitectura del SW</a:t>
            </a:r>
            <a:endParaRPr b="1" i="0" sz="7200" u="none" cap="none" strike="noStrike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62" name="Google Shape;162;p31"/>
          <p:cNvCxnSpPr/>
          <p:nvPr/>
        </p:nvCxnSpPr>
        <p:spPr>
          <a:xfrm>
            <a:off x="5013631" y="3555133"/>
            <a:ext cx="2247544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32"/>
          <p:cNvSpPr txBox="1"/>
          <p:nvPr/>
        </p:nvSpPr>
        <p:spPr>
          <a:xfrm>
            <a:off x="653143" y="325249"/>
            <a:ext cx="9940835" cy="5278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4000" u="none" cap="none" strike="noStrike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Diagrama de Clases</a:t>
            </a:r>
            <a:endParaRPr b="1" i="0" sz="4000" u="none" cap="none" strike="noStrike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168" name="Google Shape;168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6780" y="1370254"/>
            <a:ext cx="9601199" cy="536737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32"/>
          <p:cNvSpPr txBox="1"/>
          <p:nvPr/>
        </p:nvSpPr>
        <p:spPr>
          <a:xfrm>
            <a:off x="9322068" y="5886461"/>
            <a:ext cx="2025889" cy="6462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3600" u="sng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Diagrama</a:t>
            </a:r>
            <a:endParaRPr b="0" i="0" sz="1400" u="none" cap="none" strike="noStrik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3"/>
          <p:cNvSpPr txBox="1"/>
          <p:nvPr/>
        </p:nvSpPr>
        <p:spPr>
          <a:xfrm>
            <a:off x="653143" y="325249"/>
            <a:ext cx="9940835" cy="5278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4000" u="none" cap="none" strike="noStrike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Diagrama Despliegue</a:t>
            </a:r>
            <a:endParaRPr b="1" i="0" sz="4000" u="none" cap="none" strike="noStrike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175" name="Google Shape;175;p33"/>
          <p:cNvSpPr txBox="1"/>
          <p:nvPr/>
        </p:nvSpPr>
        <p:spPr>
          <a:xfrm>
            <a:off x="9680723" y="6017455"/>
            <a:ext cx="2025889" cy="6462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3600" u="sng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Diagrama</a:t>
            </a:r>
            <a:endParaRPr b="0" i="0" sz="1400" u="none" cap="none" strike="noStrik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6" name="Google Shape;176;p33" title="Diagrama de Despliegue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6025" y="1528675"/>
            <a:ext cx="6458776" cy="51350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4"/>
          <p:cNvSpPr txBox="1"/>
          <p:nvPr/>
        </p:nvSpPr>
        <p:spPr>
          <a:xfrm>
            <a:off x="399535" y="2287246"/>
            <a:ext cx="11392931" cy="10156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6000" u="none" cap="none" strike="noStrike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Diseño de Interfaces</a:t>
            </a:r>
            <a:endParaRPr b="1" i="0" sz="7200" u="none" cap="none" strike="noStrike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82" name="Google Shape;182;p34"/>
          <p:cNvCxnSpPr/>
          <p:nvPr/>
        </p:nvCxnSpPr>
        <p:spPr>
          <a:xfrm>
            <a:off x="5013631" y="3555133"/>
            <a:ext cx="2247544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5"/>
          <p:cNvSpPr txBox="1"/>
          <p:nvPr/>
        </p:nvSpPr>
        <p:spPr>
          <a:xfrm>
            <a:off x="653143" y="325249"/>
            <a:ext cx="9940835" cy="5278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O" sz="4000" u="none" cap="none" strike="noStrike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Maquetación</a:t>
            </a:r>
            <a:endParaRPr b="1" i="0" sz="4000" u="none" cap="none" strike="noStrike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188" name="Google Shape;188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9176" y="1287554"/>
            <a:ext cx="11942580" cy="4648025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35"/>
          <p:cNvSpPr txBox="1"/>
          <p:nvPr/>
        </p:nvSpPr>
        <p:spPr>
          <a:xfrm>
            <a:off x="296092" y="6046864"/>
            <a:ext cx="2719824" cy="6462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O" sz="3600" u="sng" cap="none" strike="noStrik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Repositorio</a:t>
            </a:r>
            <a:endParaRPr b="0" i="0" sz="1400" u="none" cap="none" strike="noStrik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2020-10-01T23:51:28Z</dcterms:created>
  <dc:creator>Jorge Enrique Pedraza Sanchez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299739c-ad3d-4908-806e-4d91151a6e13_Enabled">
    <vt:lpwstr>true</vt:lpwstr>
  </property>
  <property fmtid="{D5CDD505-2E9C-101B-9397-08002B2CF9AE}" pid="3" name="MSIP_Label_1299739c-ad3d-4908-806e-4d91151a6e13_Method">
    <vt:lpwstr>Standard</vt:lpwstr>
  </property>
  <property fmtid="{D5CDD505-2E9C-101B-9397-08002B2CF9AE}" pid="4" name="MSIP_Label_1299739c-ad3d-4908-806e-4d91151a6e13_Name">
    <vt:lpwstr>All Employees (Unrestricted)</vt:lpwstr>
  </property>
  <property fmtid="{D5CDD505-2E9C-101B-9397-08002B2CF9AE}" pid="5" name="MSIP_Label_1299739c-ad3d-4908-806e-4d91151a6e13_SiteId">
    <vt:lpwstr>cbc2c381-2f2e-4d93-91d1-506c9316ace7</vt:lpwstr>
  </property>
  <property fmtid="{D5CDD505-2E9C-101B-9397-08002B2CF9AE}" pid="6" name="MSIP_Label_1299739c-ad3d-4908-806e-4d91151a6e13_ContentBits">
    <vt:lpwstr>0</vt:lpwstr>
  </property>
  <property fmtid="{D5CDD505-2E9C-101B-9397-08002B2CF9AE}" pid="7" name="MSIP_Label_1299739c-ad3d-4908-806e-4d91151a6e13_SetDate">
    <vt:lpwstr>2022-08-12T19:17:55Z</vt:lpwstr>
  </property>
  <property fmtid="{D5CDD505-2E9C-101B-9397-08002B2CF9AE}" pid="8" name="MSIP_Label_1299739c-ad3d-4908-806e-4d91151a6e13_ActionId">
    <vt:lpwstr>8c6bc714-34a9-4b82-914e-50b1377a2da4</vt:lpwstr>
  </property>
</Properties>
</file>